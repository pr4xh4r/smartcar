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202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SmartCar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548640" y="2834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Autonomous Vehicle System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Real-Time IoT Control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0" y="1097280"/>
            <a:ext cx="2377440" cy="292608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0" y="1280160"/>
            <a:ext cx="20116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B.Tech Project Report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0BCD4"/>
                </a:solidFill>
              </a:rPr>
              <a:t>Submitted by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Pr4xh4r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0BCD4"/>
                </a:solidFill>
              </a:rPr>
              <a:t>Guide: [Guide Name]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00BCD4"/>
                </a:solidFill>
              </a:rPr>
              <a:t>[College Name]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2025 - 2026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681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3  |  Single Camera  |  Edge AI  |  IoT  |  Under INR 5,000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and Our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73152"/>
          </a:xfrm>
          <a:prstGeom prst="rect">
            <a:avLst/>
          </a:prstGeom>
          <a:solidFill>
            <a:srgbClr val="FF8F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192024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sensors cost $5,000+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units cost $10,000+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closed-source software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Inaccessible for students and researchers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05840"/>
            <a:ext cx="3931920" cy="73152"/>
          </a:xfrm>
          <a:prstGeom prst="rect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A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029200" y="192024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3 (INR 2,500)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Pi Camera (INR 250)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under INR 5,000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open-source software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with sub-100ms latency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4617720"/>
            <a:ext cx="8229600" cy="9144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15" name="Text 1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 achieves SAE Level 2 autonomy at 0.1% the cost of commercial systems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and Hardware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530352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5156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94560" y="10515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| Telegram | Cloud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7D8B"/>
                </a:solidFill>
              </a:rPr>
              <a:t>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09928"/>
            <a:ext cx="4114800" cy="530352"/>
          </a:xfrm>
          <a:prstGeom prst="rect">
            <a:avLst/>
          </a:prstGeom>
          <a:solidFill>
            <a:srgbClr val="1976D2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70992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170992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SocketIO | MQTT | Bot API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21671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7D8B"/>
                </a:solidFill>
              </a:rPr>
              <a:t>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68296"/>
            <a:ext cx="4114800" cy="530352"/>
          </a:xfrm>
          <a:prstGeom prst="rect">
            <a:avLst/>
          </a:prstGeom>
          <a:solidFill>
            <a:srgbClr val="1E88E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36829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Vision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236829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CV Modules (OpenCV)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2825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7D8B"/>
                </a:solidFill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26664"/>
            <a:ext cx="4114800" cy="530352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02666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94560" y="302666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+ PWM | Camera | LED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34838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7D8B"/>
                </a:solidFill>
              </a:rPr>
              <a:t>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685032"/>
            <a:ext cx="4114800" cy="530352"/>
          </a:xfrm>
          <a:prstGeom prst="rect">
            <a:avLst/>
          </a:prstGeom>
          <a:solidFill>
            <a:srgbClr val="42A5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6850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94560" y="368503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 3 | L298N | Motors | Camera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1051560"/>
            <a:ext cx="3657600" cy="777240"/>
          </a:xfrm>
          <a:prstGeom prst="rect">
            <a:avLst/>
          </a:prstGeom>
          <a:solidFill>
            <a:srgbClr val="F5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188720"/>
            <a:ext cx="411480" cy="4114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76072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3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760720" y="1399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1.2GHz Quad-Core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1GB RAM, WiFi, BT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029200" y="1965960"/>
            <a:ext cx="3657600" cy="777240"/>
          </a:xfrm>
          <a:prstGeom prst="rect">
            <a:avLst/>
          </a:prstGeom>
          <a:solidFill>
            <a:srgbClr val="F5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103120"/>
            <a:ext cx="411480" cy="41148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76072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Camera v1.3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5760720" y="2313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5MP, 1080p at 30fps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Interface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5029200" y="2880360"/>
            <a:ext cx="3657600" cy="777240"/>
          </a:xfrm>
          <a:prstGeom prst="rect">
            <a:avLst/>
          </a:prstGeom>
          <a:solidFill>
            <a:srgbClr val="F5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3017520"/>
            <a:ext cx="411480" cy="4114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76072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+ 4 Motors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5760720" y="3227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H-Bridge Driver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4WD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5029200" y="3794760"/>
            <a:ext cx="3657600" cy="777240"/>
          </a:xfrm>
          <a:prstGeom prst="rect">
            <a:avLst/>
          </a:prstGeom>
          <a:solidFill>
            <a:srgbClr val="F5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3931920"/>
            <a:ext cx="411480" cy="41148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76072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System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5760720" y="4142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Li-ion 7.4-12V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LM2596 Buck to 5.1V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502920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BOM: INR 4,000 to 5,000 (approximately $60)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Driving Modes + 6 AI Safety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Driving Modes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2004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Control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527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Web/Telegram real-time driving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32004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745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874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Following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0756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controller, black line tracking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32004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231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423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243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segmentation (R/G/Y)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32004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718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29718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Pilot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1729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follow + traffic combined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32004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5204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5204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721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FSM-based, green marker detect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32004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0690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0690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Convoy Mode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2702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color tracking + PD control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868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Safety Features</a:t>
            </a:r>
            <a:endParaRPr lang="en-US" sz="16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344168"/>
            <a:ext cx="320040" cy="3200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303520" y="13258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Prediction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303520" y="1527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4-frame tracking + auto-brake + TTC</a:t>
            </a:r>
            <a:endParaRPr lang="en-US" sz="100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892808"/>
            <a:ext cx="320040" cy="32004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303520" y="1874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Detection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5303520" y="20756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diff + aspect ratio + direction</a:t>
            </a:r>
            <a:endParaRPr lang="en-US" sz="1000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441448"/>
            <a:ext cx="320040" cy="32004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303520" y="24231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Detection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5303520" y="26243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baseline spike + SOS + 5 photos</a:t>
            </a:r>
            <a:endParaRPr lang="en-US" sz="100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90088"/>
            <a:ext cx="320040" cy="32004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303520" y="2971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Condition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5303520" y="3172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variance + speed adjust</a:t>
            </a:r>
            <a:endParaRPr lang="en-US" sz="1000" dirty="0"/>
          </a:p>
        </p:txBody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538728"/>
            <a:ext cx="320040" cy="32004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5303520" y="3520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Behavior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5303520" y="37216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score 0-100 from commands</a:t>
            </a:r>
            <a:endParaRPr lang="en-US" sz="1000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087368"/>
            <a:ext cx="320040" cy="32004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5303520" y="40690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Convoy Tracking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5303520" y="42702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Color-based follow with PD steering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4480560" y="914400"/>
            <a:ext cx="18288" cy="36576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9" name="Text 4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runs at the edge: ~7 FPS, sub-100ms latency, ~60-75% CPU, 400-500MB RAM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Integration and Test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1828800"/>
          </a:xfrm>
          <a:prstGeom prst="rect">
            <a:avLst/>
          </a:prstGeom>
          <a:solidFill>
            <a:srgbClr val="F5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WiFi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&lt;10ms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SocketIO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Internet: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1828800"/>
          </a:xfrm>
          <a:prstGeom prst="rect">
            <a:avLst/>
          </a:prstGeom>
          <a:solidFill>
            <a:srgbClr val="F5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05840"/>
            <a:ext cx="2560320" cy="41148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50876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100-300ms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API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Internet: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1828800"/>
          </a:xfrm>
          <a:prstGeom prst="rect">
            <a:avLst/>
          </a:prstGeom>
          <a:solidFill>
            <a:srgbClr val="F5F9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2560320" cy="4114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Cloud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50876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50-200ms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over WSS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Internet: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A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Results: All 13 Tests Passed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1508760" cy="100584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566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FPS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48840" y="3520440"/>
            <a:ext cx="1508760" cy="100584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48840" y="3566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 FPS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148840" y="4069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0" y="3520440"/>
            <a:ext cx="1508760" cy="100584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0" y="3566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~85%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840480" y="4069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Accuracy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32120" y="3520440"/>
            <a:ext cx="1508760" cy="100584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32120" y="3566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~90%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32120" y="4069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Accuracy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23760" y="3520440"/>
            <a:ext cx="1508760" cy="100584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23760" y="3566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~30s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223760" y="4069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Time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topics enable real-time command, speed, mode, camera stream, and status updates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and Future Scope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driving modes + 6 AI features on RPi 3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at ~7 FPS, sub-100ms latency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control channels (WiFi, Telegram, MQTT)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accident SOS with photo evidence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under INR 5,000 (0.1% of Tesla)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0" y="141732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module for location tracking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sensors for distance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for better detection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V2V communication via MQTT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for map-free navigation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management dashboard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18288" cy="2926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3434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"SmartCar proves that intelligent vehicle systems can be democratized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edge computing and open-source software."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9144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200400" y="2103120"/>
            <a:ext cx="274320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377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283464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Prakhar Sharma</a:t>
            </a:r>
            <a:endParaRPr lang="en-US" sz="2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23EEAEC034</a:t>
            </a:r>
            <a:endParaRPr lang="en-US" sz="2400" dirty="0"/>
          </a:p>
          <a:p>
            <a:pPr algn="ctr" indent="0" marL="0">
              <a:spcAft>
                <a:spcPts val="400"/>
              </a:spcAft>
              <a:buNone/>
            </a:pPr>
            <a:endParaRPr lang="en-US" sz="2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Vidhi Jangid</a:t>
            </a:r>
            <a:endParaRPr lang="en-US" sz="2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23EEAEC027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 - AI-Powered Autonomous Vehicle System  |  B.Tech Project  |  2025-2026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SmartCar - AI-Powered Autonomous Vehicle</dc:title>
  <dc:subject>PptxGenJS Presentation</dc:subject>
  <dc:creator>Pr4xh4r</dc:creator>
  <cp:lastModifiedBy>Pr4xh4r</cp:lastModifiedBy>
  <cp:revision>1</cp:revision>
  <dcterms:created xsi:type="dcterms:W3CDTF">2026-04-06T05:59:10Z</dcterms:created>
  <dcterms:modified xsi:type="dcterms:W3CDTF">2026-04-06T05:59:10Z</dcterms:modified>
</cp:coreProperties>
</file>