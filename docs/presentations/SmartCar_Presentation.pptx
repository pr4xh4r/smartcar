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20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SmartCar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2834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Autonomous Vehicle System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IoT Control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0" y="1097280"/>
            <a:ext cx="2377440" cy="29260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2801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B.Tech Project Report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Submitted by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Pr4xh4r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Guide: [Guide Name]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[College Name]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2025 - 2026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681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  |  Single Camera  |  Edge AI  |  IoT  |  Under INR 5,000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and 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73152"/>
          </a:xfrm>
          <a:prstGeom prst="rect">
            <a:avLst/>
          </a:prstGeom>
          <a:solidFill>
            <a:srgbClr val="FF8F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sensors cost $5,000+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units cost $10,000+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closed-source software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for students and researchers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73152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 (INR 2,500)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 Camera (INR 250)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under INR 5,000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software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with sub-100ms latency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4617720"/>
            <a:ext cx="8229600" cy="9144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 achieves SAE Level 2 autonomy at 0.1% the cost of commercial systems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and Hardware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530352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51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| Telegram | Cloud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4114800" cy="530352"/>
          </a:xfrm>
          <a:prstGeom prst="rect">
            <a:avLst/>
          </a:prstGeom>
          <a:solidFill>
            <a:srgbClr val="1976D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70992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7099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SocketIO | MQTT | Bot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167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4114800" cy="530352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6829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3682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CV Modules (OpenCV)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825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4114800" cy="530352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0266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30266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+ PWM | Camera | 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483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4114800" cy="530352"/>
          </a:xfrm>
          <a:prstGeom prst="rect">
            <a:avLst/>
          </a:prstGeom>
          <a:solidFill>
            <a:srgbClr val="42A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6850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6850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3 | L298N | Motors | Camera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051560"/>
            <a:ext cx="3657600" cy="7772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18872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7607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760720" y="1399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1.2GHz Quad-Core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1GB RAM, WiFi, BT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0" y="1965960"/>
            <a:ext cx="3657600" cy="7772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03120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7607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v1.3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760720" y="2313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5MP, 1080p at 30fps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Interface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029200" y="2880360"/>
            <a:ext cx="3657600" cy="7772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017520"/>
            <a:ext cx="411480" cy="4114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7607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+ 4 Motors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760720" y="3227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H-Bridge Driver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4WD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029200" y="3794760"/>
            <a:ext cx="3657600" cy="7772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931920"/>
            <a:ext cx="411480" cy="4114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7607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5760720" y="4142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7.4-12V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Buck to 5.1V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0292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BOM: INR 4,000 to 5,000 (approximately $60)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Driving Modes + 6 AI Safety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Driving Modes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27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Web/Telegram real-time driving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Following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75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controller, black line tracking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423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segmentation (R/G/Y)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Pilot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172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follow + traffic combined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520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21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FSM-based, green marker detect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69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069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Mode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270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color tracking + PD control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Safety Features</a:t>
            </a:r>
            <a:endParaRPr lang="en-US" sz="16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44168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03520" y="1325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Prediction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03520" y="1527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4-frame tracking + auto-brake + TTC</a:t>
            </a:r>
            <a:endParaRPr lang="en-US" sz="10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92808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30352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Detection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303520" y="2075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diff + aspect ratio + direction</a:t>
            </a:r>
            <a:endParaRPr lang="en-US" sz="10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41448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303520" y="2423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Detection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5303520" y="2624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baseline spike + SOS + 5 photos</a:t>
            </a:r>
            <a:endParaRPr lang="en-US" sz="10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90088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0352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530352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variance + speed adjust</a:t>
            </a:r>
            <a:endParaRPr lang="en-US" sz="10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538728"/>
            <a:ext cx="320040" cy="32004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303520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Behavior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303520" y="3721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 0-100 from commands</a:t>
            </a:r>
            <a:endParaRPr lang="en-US" sz="10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87368"/>
            <a:ext cx="320040" cy="32004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303520" y="4069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Tracking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5303520" y="4270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Color-based follow with PD steering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4480560" y="914400"/>
            <a:ext cx="18288" cy="3657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Text 4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runs at the edge: ~7 FPS, sub-100ms latency, ~60-75% CPU, 400-500MB RAM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Integration and Test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82880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WiFi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SocketIO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82880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560320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100-300ms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API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182880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560320" cy="4114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Cloud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50-200ms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over WSS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Results: All 13 Tests Passed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FPS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884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4884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 FPS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14884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4048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Accuracy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3212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Accuracy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2376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2376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topics enable real-time command, speed, mode, camera stream, and status updates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driving modes + 6 AI features on RPi 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at ~7 FPS, sub-100ms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control channels (WiFi, Telegram, MQTT)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accident SOS with photo evidence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under INR 5,000 (0.1% of Tesla)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0" y="141732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 for location tracking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sensors for distance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for better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 communication via MQTT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for map-free navigation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dashboard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18288" cy="292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343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"SmartCar proves that intelligent vehicle systems can be democratized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edge computing and open-source software."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 - AI-Powered Autonomous Vehicle</dc:title>
  <dc:subject>PptxGenJS Presentation</dc:subject>
  <dc:creator>Pr4xh4r</dc:creator>
  <cp:lastModifiedBy>Pr4xh4r</cp:lastModifiedBy>
  <cp:revision>1</cp:revision>
  <dcterms:created xsi:type="dcterms:W3CDTF">2026-04-06T05:35:23Z</dcterms:created>
  <dcterms:modified xsi:type="dcterms:W3CDTF">2026-04-06T05:35:23Z</dcterms:modified>
</cp:coreProperties>
</file>